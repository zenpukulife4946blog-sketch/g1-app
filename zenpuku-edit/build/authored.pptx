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3f33904c584810" /><Relationship Type="http://schemas.openxmlformats.org/officeDocument/2006/relationships/extended-properties" Target="/docProps/app.xml" Id="R97d14424db5e4993" /><Relationship Type="http://schemas.openxmlformats.org/officeDocument/2006/relationships/officeDocument" Target="/ppt/presentation.xml" Id="Rf05848cad39041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4efdf8544c4d22"/>
  </p:sldMasterIdLst>
  <p:notesMasterIdLst>
    <p:notesMasterId xmlns:r="http://schemas.openxmlformats.org/officeDocument/2006/relationships" r:id="R24cac7e920014041"/>
  </p:notesMasterIdLst>
  <p:sldIdLst>
    <p:sldId xmlns:r="http://schemas.openxmlformats.org/officeDocument/2006/relationships" id="256" r:id="R31229a14200644ea"/>
    <p:sldId xmlns:r="http://schemas.openxmlformats.org/officeDocument/2006/relationships" id="257" r:id="R76906de2a2a346c9"/>
    <p:sldId xmlns:r="http://schemas.openxmlformats.org/officeDocument/2006/relationships" id="258" r:id="Re38329b7be154550"/>
    <p:sldId xmlns:r="http://schemas.openxmlformats.org/officeDocument/2006/relationships" id="259" r:id="Rdbd5a5d7fd82458e"/>
    <p:sldId xmlns:r="http://schemas.openxmlformats.org/officeDocument/2006/relationships" id="260" r:id="R58587e6baa23424c"/>
    <p:sldId xmlns:r="http://schemas.openxmlformats.org/officeDocument/2006/relationships" id="261" r:id="Rbce3e78c63ce4545"/>
    <p:sldId xmlns:r="http://schemas.openxmlformats.org/officeDocument/2006/relationships" id="262" r:id="Rea7f5917d76a49ea"/>
    <p:sldId xmlns:r="http://schemas.openxmlformats.org/officeDocument/2006/relationships" id="263" r:id="R69198dbbe03f431d"/>
    <p:sldId xmlns:r="http://schemas.openxmlformats.org/officeDocument/2006/relationships" id="264" r:id="Rf681d09883324994"/>
    <p:sldId xmlns:r="http://schemas.openxmlformats.org/officeDocument/2006/relationships" id="265" r:id="Rb94058d3592542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8cb3fcb9b3483b" /><Relationship Type="http://schemas.openxmlformats.org/officeDocument/2006/relationships/slideMaster" Target="/ppt/slideMasters/slideMaster1.xml" Id="R674efdf8544c4d22" /><Relationship Type="http://schemas.openxmlformats.org/officeDocument/2006/relationships/notesMaster" Target="/ppt/notesMasters/notesMaster1.xml" Id="R24cac7e920014041" /><Relationship Type="http://schemas.openxmlformats.org/officeDocument/2006/relationships/presProps" Target="/ppt/presProps.xml" Id="Rbf305cfdaabe435e" /><Relationship Type="http://schemas.openxmlformats.org/officeDocument/2006/relationships/viewProps" Target="/ppt/viewProps.xml" Id="R5de1e3ebf6dc43d6" /><Relationship Type="http://schemas.openxmlformats.org/officeDocument/2006/relationships/tableStyles" Target="/ppt/tableStyles.xml" Id="Rad956c5f3a19437e" /><Relationship Type="http://schemas.openxmlformats.org/officeDocument/2006/relationships/slide" Target="/ppt/slides/slide1.xml" Id="R31229a14200644ea" /><Relationship Type="http://schemas.openxmlformats.org/officeDocument/2006/relationships/slide" Target="/ppt/slides/slide2.xml" Id="R76906de2a2a346c9" /><Relationship Type="http://schemas.openxmlformats.org/officeDocument/2006/relationships/slide" Target="/ppt/slides/slide3.xml" Id="Re38329b7be154550" /><Relationship Type="http://schemas.openxmlformats.org/officeDocument/2006/relationships/slide" Target="/ppt/slides/slide4.xml" Id="Rdbd5a5d7fd82458e" /><Relationship Type="http://schemas.openxmlformats.org/officeDocument/2006/relationships/slide" Target="/ppt/slides/slide5.xml" Id="R58587e6baa23424c" /><Relationship Type="http://schemas.openxmlformats.org/officeDocument/2006/relationships/slide" Target="/ppt/slides/slide6.xml" Id="Rbce3e78c63ce4545" /><Relationship Type="http://schemas.openxmlformats.org/officeDocument/2006/relationships/slide" Target="/ppt/slides/slide7.xml" Id="Rea7f5917d76a49ea" /><Relationship Type="http://schemas.openxmlformats.org/officeDocument/2006/relationships/slide" Target="/ppt/slides/slide8.xml" Id="R69198dbbe03f431d" /><Relationship Type="http://schemas.openxmlformats.org/officeDocument/2006/relationships/slide" Target="/ppt/slides/slide9.xml" Id="Rf681d09883324994" /><Relationship Type="http://schemas.openxmlformats.org/officeDocument/2006/relationships/slide" Target="/ppt/slides/slide10.xml" Id="Rb94058d3592542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3117caa0a0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814c98c5a54555" /><Relationship Type="http://schemas.openxmlformats.org/officeDocument/2006/relationships/notesMaster" Target="/ppt/notesMasters/notesMaster1.xml" Id="R30e46dd9e38749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24db1a06f6426e" /><Relationship Type="http://schemas.openxmlformats.org/officeDocument/2006/relationships/notesMaster" Target="/ppt/notesMasters/notesMaster1.xml" Id="R4632bc84807b4c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0bc47323d34e43" /><Relationship Type="http://schemas.openxmlformats.org/officeDocument/2006/relationships/notesMaster" Target="/ppt/notesMasters/notesMaster1.xml" Id="R0f0a10fc726f4b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3cdddbb87e4a46" /><Relationship Type="http://schemas.openxmlformats.org/officeDocument/2006/relationships/notesMaster" Target="/ppt/notesMasters/notesMaster1.xml" Id="Ra1219075003142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18b9060a284644" /><Relationship Type="http://schemas.openxmlformats.org/officeDocument/2006/relationships/notesMaster" Target="/ppt/notesMasters/notesMaster1.xml" Id="R4186c9823bad4e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5cebe4410041b0" /><Relationship Type="http://schemas.openxmlformats.org/officeDocument/2006/relationships/notesMaster" Target="/ppt/notesMasters/notesMaster1.xml" Id="Rb57e655b1fb043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fe02b2959a4eb0" /><Relationship Type="http://schemas.openxmlformats.org/officeDocument/2006/relationships/notesMaster" Target="/ppt/notesMasters/notesMaster1.xml" Id="Re0ce198fc8ef47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a4a2e19a42434a" /><Relationship Type="http://schemas.openxmlformats.org/officeDocument/2006/relationships/notesMaster" Target="/ppt/notesMasters/notesMaster1.xml" Id="R16b6cd511a4347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52798e77904d46" /><Relationship Type="http://schemas.openxmlformats.org/officeDocument/2006/relationships/notesMaster" Target="/ppt/notesMasters/notesMaster1.xml" Id="R8b601bec756e44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3b02af3ab147cb" /><Relationship Type="http://schemas.openxmlformats.org/officeDocument/2006/relationships/notesMaster" Target="/ppt/notesMasters/notesMaster1.xml" Id="Ra7e52576328a4a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冒頭例：善福徳行です。今日は、これまでの仕事と趣味、そして地元・鹿児島を紹介します。所属部署と発表日を記入してください。氏名・職種は会話内の情報を使用。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参考：https://zenpuku-life-4946.com/</a:t>
            </a:r>
          </a:p>
          <a:p xmlns:a="http://schemas.openxmlformats.org/drawingml/2006/main">
            <a:r>
              <a:t>テンプレートの使い方：角括弧の欄をご自身の情報へ変更。写真欄は削除して「挿入＞画像」で写真を配置。発表前に記入例を確認。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表紙写真：鹿児島県観光サイト「鹿児島で楽しむ絶景釣り体験」 https://www.kagoshima-kankou.com/feature/fishing</a:t>
            </a:r>
          </a:p>
          <a:p xmlns:a="http://schemas.openxmlformats.org/drawingml/2006/main">
            <a:r>
              <a:t>写真URL：https://www.kagoshima-kankou.com/storage/special_feature_paragraphs/7508/responsive_images/Q4LqPzc0aRIacXOxELNHkYRgrBdDkEpjvXJ2ud9Z__1673_1115.jpg</a:t>
            </a:r>
          </a:p>
          <a:p xmlns:a="http://schemas.openxmlformats.org/drawingml/2006/main">
            <a:r>
              <a:t>帯：藍色の織物をイメージしたAI生成のオリジナルデザイン。大島紬の実物柄の再現ではありません。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仕事の経験は会話で提供された情報。順番・在籍期間・担当範囲はご自身で確認してください。制作アプリの画面を入れると、取り組みが伝わりやすくなります。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参考：https://zenpuku-life-4946.com/</a:t>
            </a:r>
          </a:p>
          <a:p xmlns:a="http://schemas.openxmlformats.org/drawingml/2006/main"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ドラムとブログは本人ブログのカテゴリおよび会話の情報を参照。好きな曲や最近の練習を短く話してください。Instagramの投稿本文・画像は取得できていません。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参考：https://zenpuku-life-4946.com/</a:t>
            </a:r>
          </a:p>
          <a:p xmlns:a="http://schemas.openxmlformats.org/drawingml/2006/main">
            <a:r>
              <a:t>https://www.instagram.com/zentoku_n/</a:t>
            </a:r>
          </a:p>
          <a:p xmlns:a="http://schemas.openxmlformats.org/drawingml/2006/main"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鹿児島県全体と鹿児島市を区別して説明してください。地図を使う場合は正確な地図画像を挿入。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参考：https://www.kagoshima-kankou.com/</a:t>
            </a:r>
          </a:p>
          <a:p xmlns:a="http://schemas.openxmlformats.org/drawingml/2006/main"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桜島が活火山であることは鹿児島県公式観光サイトで確認。思い出・灰の話はご自身の実体験だけを補ってください。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参考：https://www.kagoshima-kankou.com/guide</a:t>
            </a:r>
          </a:p>
          <a:p xmlns:a="http://schemas.openxmlformats.org/drawingml/2006/main"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黒豚などの紹介は県公式観光サイトのグルメ案内を参考。店名・感想はご自身で記入。価格や営業時間は変わるためテンプレートには掲載していません。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参考：https://www.kagoshima-kankou.com/</a:t>
            </a:r>
          </a:p>
          <a:p xmlns:a="http://schemas.openxmlformats.org/drawingml/2006/main">
            <a:r>
              <a:t>https://zenpuku-life-4946.com/</a:t>
            </a:r>
          </a:p>
          <a:p xmlns:a="http://schemas.openxmlformats.org/drawingml/2006/main"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県公式観光サイトの焼酎文化紹介を参考。ご自身が飲まない場合は銘柄欄を「地元で見かける焼酎」に変更してください。飲酒習慣は推測していません。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参考：https://www.kagoshima-kankou.com/</a:t>
            </a:r>
          </a:p>
          <a:p xmlns:a="http://schemas.openxmlformats.org/drawingml/2006/main"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霧島温泉と指宿の砂むし温泉は県公式観光案内を参考。温泉体験の感想はご自身で補ってください。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参考：https://www.kagoshima-kankou.com/guide?rtc%5B0%5D=32</a:t>
            </a:r>
          </a:p>
          <a:p xmlns:a="http://schemas.openxmlformats.org/drawingml/2006/main"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ブログのライムライト訪問記事を参考。店の営業状況は本テンプレートでは断定していません。紹介写真と個人的な感想を補ってください。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参考：https://zenpuku-life-4946.com/2026/06/17/tenmonkan-limelight-coffee/</a:t>
            </a:r>
          </a:p>
          <a:p xmlns:a="http://schemas.openxmlformats.org/drawingml/2006/main"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この一日は提案用の記入例です。移動手段や滞在時間に応じて調整してください。最後に質問を受け、仕事や趣味の話につなげます。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参考：https://zenpuku-life-4946.com/</a:t>
            </a:r>
          </a:p>
          <a:p xmlns:a="http://schemas.openxmlformats.org/drawingml/2006/main">
            <a:r>
              <a:t>https://www.instagram.com/zentoku_n/</a:t>
            </a:r>
          </a:p>
          <a:p xmlns:a="http://schemas.openxmlformats.org/drawingml/2006/main"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7f5457f574e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93dd8654694eb1" /><Relationship Type="http://schemas.openxmlformats.org/officeDocument/2006/relationships/slideLayout" Target="/ppt/slideLayouts/slideLayout1.xml" Id="R82bba29dbefc4a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bba29dbefc4a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334697e174b31" /><Relationship Type="http://schemas.openxmlformats.org/officeDocument/2006/relationships/image" Target="/ppt/media/image.jpeg" Id="Ra6bdfc4955de4a15" /><Relationship Type="http://schemas.openxmlformats.org/officeDocument/2006/relationships/image" Target="/ppt/media/image.png" Id="R917637aa42c0408d" /><Relationship Type="http://schemas.openxmlformats.org/officeDocument/2006/relationships/image" Target="/ppt/media/image2.png" Id="Rbdbe08d78aca4048" /><Relationship Type="http://schemas.openxmlformats.org/officeDocument/2006/relationships/notesSlide" Target="/ppt/notesSlides/notesSlide1.xml" Id="Rffa2fa82da5f46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ab7a1b82a46f0" /><Relationship Type="http://schemas.openxmlformats.org/officeDocument/2006/relationships/image" Target="/ppt/media/image.png" Id="Re4b4274611034b2b" /><Relationship Type="http://schemas.openxmlformats.org/officeDocument/2006/relationships/image" Target="/ppt/media/image3.png" Id="R4bfc28b1fb6342cc" /><Relationship Type="http://schemas.openxmlformats.org/officeDocument/2006/relationships/notesSlide" Target="/ppt/notesSlides/notesSlide2.xml" Id="R5d59b4b61fc643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252f34c3843c7" /><Relationship Type="http://schemas.openxmlformats.org/officeDocument/2006/relationships/image" Target="/ppt/media/image.png" Id="R13fc9af60d704b8b" /><Relationship Type="http://schemas.openxmlformats.org/officeDocument/2006/relationships/image" Target="/ppt/media/image4.png" Id="Rf9f44d7c2cb9476d" /><Relationship Type="http://schemas.openxmlformats.org/officeDocument/2006/relationships/notesSlide" Target="/ppt/notesSlides/notesSlide3.xml" Id="R2c003e3857ee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e0d3da4d24e45" /><Relationship Type="http://schemas.openxmlformats.org/officeDocument/2006/relationships/image" Target="/ppt/media/image.png" Id="R9864eb94003d40ea" /><Relationship Type="http://schemas.openxmlformats.org/officeDocument/2006/relationships/image" Target="/ppt/media/image2.jpeg" Id="R7733a19acebc4bb1" /><Relationship Type="http://schemas.openxmlformats.org/officeDocument/2006/relationships/notesSlide" Target="/ppt/notesSlides/notesSlide4.xml" Id="R03c572f8b03b4c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20e1ae3ea4526" /><Relationship Type="http://schemas.openxmlformats.org/officeDocument/2006/relationships/image" Target="/ppt/media/image.png" Id="Rbe23488f56cb4332" /><Relationship Type="http://schemas.openxmlformats.org/officeDocument/2006/relationships/image" Target="/ppt/media/image5.png" Id="Rf7e97088d8d445fe" /><Relationship Type="http://schemas.openxmlformats.org/officeDocument/2006/relationships/image" Target="/ppt/media/image6.png" Id="R45be0739ec724225" /><Relationship Type="http://schemas.openxmlformats.org/officeDocument/2006/relationships/notesSlide" Target="/ppt/notesSlides/notesSlide5.xml" Id="R3567190800d048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9039a05f6444c" /><Relationship Type="http://schemas.openxmlformats.org/officeDocument/2006/relationships/image" Target="/ppt/media/image.png" Id="Rf7e34d4e39614d46" /><Relationship Type="http://schemas.openxmlformats.org/officeDocument/2006/relationships/image" Target="/ppt/media/image7.png" Id="Rca7a27548026434b" /><Relationship Type="http://schemas.openxmlformats.org/officeDocument/2006/relationships/image" Target="/ppt/media/image8.png" Id="R28d54f1cd2824905" /><Relationship Type="http://schemas.openxmlformats.org/officeDocument/2006/relationships/image" Target="/ppt/media/image9.png" Id="R7f405555ca8246db" /><Relationship Type="http://schemas.openxmlformats.org/officeDocument/2006/relationships/notesSlide" Target="/ppt/notesSlides/notesSlide6.xml" Id="Re17654491fef4e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a6105f1a4fd3" /><Relationship Type="http://schemas.openxmlformats.org/officeDocument/2006/relationships/image" Target="/ppt/media/image.png" Id="R516f1ffb39584783" /><Relationship Type="http://schemas.openxmlformats.org/officeDocument/2006/relationships/image" Target="/ppt/media/image10.png" Id="R094237db6480441a" /><Relationship Type="http://schemas.openxmlformats.org/officeDocument/2006/relationships/notesSlide" Target="/ppt/notesSlides/notesSlide7.xml" Id="Ra0775696b7b24c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afa16925b41c3" /><Relationship Type="http://schemas.openxmlformats.org/officeDocument/2006/relationships/image" Target="/ppt/media/image.png" Id="R0be85af8aa1642ee" /><Relationship Type="http://schemas.openxmlformats.org/officeDocument/2006/relationships/image" Target="/ppt/media/image11.png" Id="Rf260ddd71e1d4da0" /><Relationship Type="http://schemas.openxmlformats.org/officeDocument/2006/relationships/image" Target="/ppt/media/image12.png" Id="R6b1047fa252340b7" /><Relationship Type="http://schemas.openxmlformats.org/officeDocument/2006/relationships/notesSlide" Target="/ppt/notesSlides/notesSlide8.xml" Id="R16ba9f2b5e3b43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ca73cc6fe4abd" /><Relationship Type="http://schemas.openxmlformats.org/officeDocument/2006/relationships/image" Target="/ppt/media/image.png" Id="Rc511715062b54bff" /><Relationship Type="http://schemas.openxmlformats.org/officeDocument/2006/relationships/image" Target="/ppt/media/image13.png" Id="R5f360b3218f44b90" /><Relationship Type="http://schemas.openxmlformats.org/officeDocument/2006/relationships/notesSlide" Target="/ppt/notesSlides/notesSlide9.xml" Id="Ra9d2f27981fa4a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fa101e9434c27" /><Relationship Type="http://schemas.openxmlformats.org/officeDocument/2006/relationships/image" Target="/ppt/media/image.png" Id="R34634eddce174508" /><Relationship Type="http://schemas.openxmlformats.org/officeDocument/2006/relationships/notesSlide" Target="/ppt/notesSlides/notesSlide10.xml" Id="R3899901515674e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4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図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dfc4955de4a15"/>
          <a:srcRect xmlns:a="http://schemas.openxmlformats.org/drawingml/2006/main" l="0" t="7800" r="0" b="7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Cover contrast overlay">
            <a:extLst xmlns:a="http://schemas.openxmlformats.org/drawingml/2006/main">
              <a:ext uri="{FF2B5EF4-FFF2-40B4-BE49-F238E27FC236}">
                <a16:creationId xmlns:a16="http://schemas.microsoft.com/office/drawing/2014/main" id="{64CFD5C2-CE8E-4090-8D6F-A59A1BDF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7">
              <a:alpha val="40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F3AF2EC8-97AC-4FCC-A7C1-2B9031DF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744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自己紹介と、地元・鹿児島の紹介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332C8C48-7A99-41FD-A54D-571A9D5F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5D1D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C5D1D4"/>
                </a:solidFill>
                <a:latin typeface="Noto Sans CJK JP"/>
                <a:ea typeface="Noto Sans CJK JP"/>
                <a:cs typeface="Noto Sans CJK JP"/>
              </a:rPr>
              <a:t>01 / 10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DFF5508-A074-4EBF-8C00-B733645B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2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52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善福 徳行</a:t>
            </a:r>
            <a:endParaRPr sz="5250" b="1">
              <a:solidFill>
                <a:srgbClr val="FFFFFF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52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endParaRPr sz="5250" b="1">
              <a:solidFill>
                <a:srgbClr val="FFFFFF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036565B2-7296-4FAD-95BF-77E7FFD8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（ゼンプク　ノリユキ）</a:t>
            </a:r>
            <a:endParaRPr sz="2400" b="0">
              <a:solidFill>
                <a:srgbClr val="D1DFE2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85D7972-018E-47AD-B657-ED46D681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関西大学</a:t>
            </a:r>
            <a:r>
              <a: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MONO</a:t>
            </a:r>
            <a:r>
              <a: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ラボ</a:t>
            </a:r>
            <a:r>
              <a: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  ／  </a:t>
            </a:r>
            <a:r>
              <a: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2026</a:t>
            </a:r>
            <a:r>
              <a: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年</a:t>
            </a:r>
            <a:r>
              <a: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11</a:t>
            </a:r>
            <a:r>
              <a: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月</a:t>
            </a:r>
            <a:r>
              <a: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3</a:t>
            </a:r>
            <a:r>
              <a: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日</a:t>
            </a:r>
            <a:endParaRPr sz="1875" b="0">
              <a:solidFill>
                <a:srgbClr val="D1DFE2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1" name="図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637aa42c0408d"/>
          <a:srcRect xmlns:a="http://schemas.openxmlformats.org/drawingml/2006/main" l="0" t="46250" r="0" b="4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</p:spPr>
      </p:pic>
      <p:pic>
        <p:nvPicPr>
          <p:cNvPr id="22" name="図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e08d78aca40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33136" y="1965456"/>
            <a:ext cx="2320514" cy="34807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593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2A3562CD-6737-4F27-BFD3-DB646C1D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chemeClr val="bg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これまでの仕事と、今取り組んでいること</a:t>
            </a:r>
            <a:endParaRPr sz="3450" b="1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658EF82C-47C0-4121-9A93-955BAC01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02 / 10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8021A3C-712F-4BD4-BA32-E43192DC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これまでの仕事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9C8C1B5B-6381-425C-B761-3D255B96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システムの運用・保守、SE業務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自治体の情報システム業務を経験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A1B501C1-2A20-41AF-B7C2-B84B2F1E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現在の関心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A62D801E-C6A1-48BB-9799-A134C776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PythonやAIを使ったアプリ開発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、バイブコーディング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3C859DDA-4088-4045-BBCA-0C157A82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これからの目標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BEFAD22-4226-44DB-AFC8-13E08177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5962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MONO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ラボを中心に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AI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を駆使して得意なプログラミングを使いながら業務改善、効率化を行い会社に貢献します。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F06D1BAF-9D1D-4C75-A49C-3ED72850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95650"/>
            <a:ext cx="3829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仕事や制作アプリの写真</a:t>
            </a:r>
          </a:p>
        </p:txBody>
      </p:sp>
      <p:pic>
        <p:nvPicPr>
          <p:cNvPr id="30" name="図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4274611034b2b"/>
          <a:srcRect xmlns:a="http://schemas.openxmlformats.org/drawingml/2006/main" l="0" t="46250" r="0" b="4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Mediax header">
            <a:extLst xmlns:a="http://schemas.openxmlformats.org/drawingml/2006/main">
              <a:ext uri="{FF2B5EF4-FFF2-40B4-BE49-F238E27FC236}">
                <a16:creationId xmlns:a16="http://schemas.microsoft.com/office/drawing/2014/main" id="{61DFE34B-AFE9-4605-B4E7-A5753803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1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BBF4BDD0-0D77-429B-8404-20123111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4D5"/>
            </a:solidFill>
          </a:ln>
        </p:spPr>
      </p:sp>
      <p:sp>
        <p:nvSpPr>
          <p:cNvPr id="15" name="Title underline accent">
            <a:extLst xmlns:a="http://schemas.openxmlformats.org/drawingml/2006/main">
              <a:ext uri="{FF2B5EF4-FFF2-40B4-BE49-F238E27FC236}">
                <a16:creationId xmlns:a16="http://schemas.microsoft.com/office/drawing/2014/main" id="{0333699B-5593-4DB1-B7E6-129FA538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4E31"/>
            </a:solidFill>
          </a:ln>
        </p:spPr>
      </p:sp>
      <p:pic>
        <p:nvPicPr>
          <p:cNvPr id="34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c28b1fb6342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369" y="1554726"/>
            <a:ext cx="3221243" cy="4481971"/>
          </a:xfrm>
          <a:prstGeom xmlns:a="http://schemas.openxmlformats.org/drawingml/2006/main" prst="rect">
            <a:avLst/>
          </a:prstGeom>
        </p:spPr>
      </p:pic>
      <p:sp>
        <p:nvSpPr>
          <p:cNvPr id="18" name="正方形/長方形 17">
            <a:extLst xmlns:a="http://schemas.openxmlformats.org/drawingml/2006/main">
              <a:ext uri="{FF2B5EF4-FFF2-40B4-BE49-F238E27FC236}">
                <a16:creationId xmlns:a16="http://schemas.microsoft.com/office/drawing/2014/main" id="{304FE45B-F31C-6498-CBAC-C1E2C3F9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50972"/>
            <a:ext cx="3221243" cy="371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URL:</a:t>
            </a: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https://g1-app.vercel.app/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1306596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68CAA635-4645-4159-8AA9-8D8E9161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休日はドラムとゴルフと観光を楽しんでいます</a:t>
            </a:r>
            <a:endParaRPr sz="3450" b="1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8A9335F8-AE5E-4CBF-B3A1-1EBAB174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03 / 10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DB78723-89CA-4BE4-A782-2A103F06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ドラム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9B36B41-8FEC-472A-9E13-B5644208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レッスンと自宅練習を継続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B57EDC7B-8662-4D31-9E48-05566703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ゴルフ</a:t>
            </a:r>
            <a:endParaRPr sz="2175" b="1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E5076586-CECD-40F9-9855-00B9D0AE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100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切りを目標にしています。練習はたまに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C075EB02-44FA-440D-9BDB-D3FC0476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6480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気軽に声をかけてください</a:t>
            </a:r>
            <a:endParaRPr sz="2175" b="1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D193C1DB-AE9D-4F49-A768-C08E7A2C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4630"/>
            <a:ext cx="6799644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音楽や地元の話が、会話のきっかけに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でもいいです。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B0158635-AC8E-4680-9283-133D4E0F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95650"/>
            <a:ext cx="3829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ドラム演奏・練習中の写真</a:t>
            </a:r>
          </a:p>
        </p:txBody>
      </p:sp>
      <p:pic>
        <p:nvPicPr>
          <p:cNvPr id="33" name="図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c9af60d704b8b"/>
          <a:srcRect xmlns:a="http://schemas.openxmlformats.org/drawingml/2006/main" l="0" t="46250" r="0" b="4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Mediax header">
            <a:extLst xmlns:a="http://schemas.openxmlformats.org/drawingml/2006/main">
              <a:ext uri="{FF2B5EF4-FFF2-40B4-BE49-F238E27FC236}">
                <a16:creationId xmlns:a16="http://schemas.microsoft.com/office/drawing/2014/main" id="{3FBB11A5-D7DF-4E07-A198-F9C5FA1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1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B500AD68-3AD8-47AC-B763-A7092462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4D5"/>
            </a:solidFill>
          </a:ln>
        </p:spPr>
      </p:sp>
      <p:sp>
        <p:nvSpPr>
          <p:cNvPr id="15" name="Title underline accent">
            <a:extLst xmlns:a="http://schemas.openxmlformats.org/drawingml/2006/main">
              <a:ext uri="{FF2B5EF4-FFF2-40B4-BE49-F238E27FC236}">
                <a16:creationId xmlns:a16="http://schemas.microsoft.com/office/drawing/2014/main" id="{2F8FFE11-24D1-432F-A56C-44311FFB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4E31"/>
            </a:solidFill>
          </a:ln>
        </p:spPr>
      </p:sp>
      <p:pic>
        <p:nvPicPr>
          <p:cNvPr id="37" name="7D49F1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44d7c2cb947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5090" y="1546065"/>
            <a:ext cx="5963960" cy="3354727"/>
          </a:xfrm>
          <a:prstGeom xmlns:a="http://schemas.openxmlformats.org/drawingml/2006/main" prst="rect">
            <a:avLst/>
          </a:prstGeom>
        </p:spPr>
      </p:pic>
      <p:sp>
        <p:nvSpPr>
          <p:cNvPr id="19" name="正方形/長方形 18">
            <a:extLst xmlns:a="http://schemas.openxmlformats.org/drawingml/2006/main">
              <a:ext uri="{FF2B5EF4-FFF2-40B4-BE49-F238E27FC236}">
                <a16:creationId xmlns:a16="http://schemas.microsoft.com/office/drawing/2014/main" id="{2D27624F-F828-F7DB-B7A6-BFE4B419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201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神社・仏閣巡り</a:t>
            </a:r>
            <a:endParaRPr sz="2175" b="1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21" name="正方形/長方形 20">
            <a:extLst xmlns:a="http://schemas.openxmlformats.org/drawingml/2006/main">
              <a:ext uri="{FF2B5EF4-FFF2-40B4-BE49-F238E27FC236}">
                <a16:creationId xmlns:a16="http://schemas.microsoft.com/office/drawing/2014/main" id="{55E31F82-FE24-971A-D1EB-E0CF61A2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9351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神社参拝、仏像巡りが好きです。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437336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20016583-3278-4610-A9C4-42B5D343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私の地元、鹿児島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45A436CC-3F6C-45BB-80E2-B4D95F19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04 / 10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E6375DB-8F24-4098-8733-0BB4FC31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九州の南にある県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4975AFB4-7FA4-426B-92D8-066D73EA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鹿児島市の街並みと桜島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0C163BCD-FE9A-45EE-B9CA-01499CE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楽しみ方はいろいろ</a:t>
            </a:r>
            <a:endParaRPr sz="2175" b="1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A58B85E3-347D-47D3-9B79-BB93FB06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風景、地元の味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（黒豚、黒牛、黒薩摩鳥）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、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温泉、街歩き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54E597F0-5C33-40ED-8561-762B92E4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今日は身近な鹿児島をご紹介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C7E58C9-DB09-4305-958A-3FC5C9FC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鹿児島市を中心に、県内の魅力も</a:t>
            </a:r>
          </a:p>
        </p:txBody>
      </p:sp>
      <p:pic>
        <p:nvPicPr>
          <p:cNvPr id="26" name="図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4eb94003d40ea"/>
          <a:srcRect xmlns:a="http://schemas.openxmlformats.org/drawingml/2006/main" l="0" t="46250" r="0" b="4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Mediax header">
            <a:extLst xmlns:a="http://schemas.openxmlformats.org/drawingml/2006/main">
              <a:ext uri="{FF2B5EF4-FFF2-40B4-BE49-F238E27FC236}">
                <a16:creationId xmlns:a16="http://schemas.microsoft.com/office/drawing/2014/main" id="{F294B4FA-8074-4192-98D1-2A948EA9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1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530C7ED8-8B95-4A18-B5C6-903FF06D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4D5"/>
            </a:solidFill>
          </a:ln>
        </p:spPr>
      </p:sp>
      <p:sp>
        <p:nvSpPr>
          <p:cNvPr id="15" name="Title underline accent">
            <a:extLst xmlns:a="http://schemas.openxmlformats.org/drawingml/2006/main">
              <a:ext uri="{FF2B5EF4-FFF2-40B4-BE49-F238E27FC236}">
                <a16:creationId xmlns:a16="http://schemas.microsoft.com/office/drawing/2014/main" id="{7AD5B372-D01F-4EAB-A4C4-B81FA28E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4E31"/>
            </a:solidFill>
          </a:ln>
        </p:spPr>
      </p:sp>
      <p:pic>
        <p:nvPicPr>
          <p:cNvPr id="30" name="図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3a19acebc4b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13458" y="1743075"/>
            <a:ext cx="3040192" cy="40535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20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D8DF8BEC-90A1-4B20-81E2-8E50210B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西郷隆盛と明治遺産</a:t>
            </a:r>
            <a:endParaRPr sz="3450" b="1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F0541298-C4DA-4F58-AB78-1DCE905C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05 / 10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8125EE5-FC5B-4C18-9B8B-D2572195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鹿児島のシンボル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C5B1C59-C566-4C02-A715-19C61BDF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4"/>
            <a:ext cx="5962650" cy="1333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なんといっても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西郷隆盛。鹿児島では大久保さんより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西郷さんをとても慕っています。</a:t>
            </a:r>
            <a:endParaRPr sz="1875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没後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150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年で鹿児島盛り上がって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ます！！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09B5C41D-9CE9-446D-B163-D9E69972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4073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磯庭園</a:t>
            </a: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から楽しめる景色</a:t>
            </a:r>
            <a:endParaRPr sz="2175" b="1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EAF2D5C0-D3B0-4F89-8322-D4669E59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0987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磯庭園は島津家の別邸です。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桜島と海が見える風景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EF2746B7-9A4F-43FD-9971-732D760E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508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磯庭園は世界文化遺産です。</a:t>
            </a:r>
            <a:endParaRPr sz="2175" b="1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C82DC6E0-D5DE-43C3-A8FD-06724EBD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48286"/>
            <a:ext cx="4542581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この一帯を含めユネスコの世界文化遺産</a:t>
            </a:r>
            <a:endParaRPr sz="1875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になっています。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7" name="図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3488f56cb4332"/>
          <a:srcRect xmlns:a="http://schemas.openxmlformats.org/drawingml/2006/main" l="0" t="46250" r="0" b="4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Mediax header">
            <a:extLst xmlns:a="http://schemas.openxmlformats.org/drawingml/2006/main">
              <a:ext uri="{FF2B5EF4-FFF2-40B4-BE49-F238E27FC236}">
                <a16:creationId xmlns:a16="http://schemas.microsoft.com/office/drawing/2014/main" id="{9522D4FB-7D64-4299-93E6-DF2C6665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1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A112A538-3771-4229-8D38-994DE77F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4D5"/>
            </a:solidFill>
          </a:ln>
        </p:spPr>
      </p:sp>
      <p:sp>
        <p:nvSpPr>
          <p:cNvPr id="15" name="Title underline accent">
            <a:extLst xmlns:a="http://schemas.openxmlformats.org/drawingml/2006/main">
              <a:ext uri="{FF2B5EF4-FFF2-40B4-BE49-F238E27FC236}">
                <a16:creationId xmlns:a16="http://schemas.microsoft.com/office/drawing/2014/main" id="{D46ADB55-7B29-4406-81C0-D2B114FE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4E31"/>
            </a:solidFill>
          </a:ln>
        </p:spPr>
      </p:sp>
      <p:pic>
        <p:nvPicPr>
          <p:cNvPr id="31" name="図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97088d8d445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3840" y="2809875"/>
            <a:ext cx="5834260" cy="3283516"/>
          </a:xfrm>
          <a:prstGeom xmlns:a="http://schemas.openxmlformats.org/drawingml/2006/main" prst="rect">
            <a:avLst/>
          </a:prstGeom>
        </p:spPr>
      </p:pic>
      <p:pic>
        <p:nvPicPr>
          <p:cNvPr id="32" name="図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e0739ec724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1283" y="2369089"/>
            <a:ext cx="2932115" cy="2073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25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56A10258-2483-463B-B788-02098263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鹿児島で味わいたい、地元の食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A66780D6-EFCE-4061-B811-FECF26F2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06 / 10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A3AD400-D3EF-4ACD-B400-F1C1FF32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黒豚・さつま揚げ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D014D11-38DF-451C-8F69-5BE12EE1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鹿児島を紹介する定番の味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7AAD8232-0EB2-47CE-8666-32BE5879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ラーメンや甘いものも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F72524F-73C8-41AB-897D-C95C7E2E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お酒飲んだ後の天文館のり一の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ラーメンがすきです。かるかんも好き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38546F27-B710-48B1-8F03-EB0A1A2A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私の一押し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13AC2FB4-2603-42E2-8CFD-56DE5CD7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鹿児島人の中で一番美味しい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とされるとんかつ屋竹亭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8" name="図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34d4e39614d46"/>
          <a:srcRect xmlns:a="http://schemas.openxmlformats.org/drawingml/2006/main" l="0" t="46250" r="0" b="4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Mediax header">
            <a:extLst xmlns:a="http://schemas.openxmlformats.org/drawingml/2006/main">
              <a:ext uri="{FF2B5EF4-FFF2-40B4-BE49-F238E27FC236}">
                <a16:creationId xmlns:a16="http://schemas.microsoft.com/office/drawing/2014/main" id="{B9D41599-8988-4667-895C-3A284C3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1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045D205A-AC3E-4C3B-B294-76CC062E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4D5"/>
            </a:solidFill>
          </a:ln>
        </p:spPr>
      </p:sp>
      <p:sp>
        <p:nvSpPr>
          <p:cNvPr id="15" name="Title underline accent">
            <a:extLst xmlns:a="http://schemas.openxmlformats.org/drawingml/2006/main">
              <a:ext uri="{FF2B5EF4-FFF2-40B4-BE49-F238E27FC236}">
                <a16:creationId xmlns:a16="http://schemas.microsoft.com/office/drawing/2014/main" id="{3EAF2005-3C01-4F17-97E4-9498473B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4E31"/>
            </a:solidFill>
          </a:ln>
        </p:spPr>
      </p:sp>
      <p:pic>
        <p:nvPicPr>
          <p:cNvPr id="32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a2754802643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662" y="4010025"/>
            <a:ext cx="2639066" cy="2108747"/>
          </a:xfrm>
          <a:prstGeom xmlns:a="http://schemas.openxmlformats.org/drawingml/2006/main" prst="rect">
            <a:avLst/>
          </a:prstGeom>
        </p:spPr>
      </p:pic>
      <p:pic>
        <p:nvPicPr>
          <p:cNvPr id="33" name="図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54f1cd2824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4796" y="3980244"/>
            <a:ext cx="3189432" cy="2428875"/>
          </a:xfrm>
          <a:prstGeom xmlns:a="http://schemas.openxmlformats.org/drawingml/2006/main" prst="rect">
            <a:avLst/>
          </a:prstGeom>
        </p:spPr>
      </p:pic>
      <p:pic>
        <p:nvPicPr>
          <p:cNvPr id="34" name="図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05555ca8246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662" y="1447800"/>
            <a:ext cx="3718775" cy="24213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E397F05A-1331-4743-B9FB-22D77470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焼酎も、鹿児島の文化のひとつ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D8DB1DEA-AD8B-4ACE-A22F-FDEB3429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07 / 10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F85926DD-A1A4-4ED3-8EE9-E6B81D97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鹿児島と焼酎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61AAAF5-F113-4994-BA42-C0A29C35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地元の食とあわせて紹介したい文化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鹿児島で酒と言えば芋焼酎です。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D0066F0-8A6E-45D3-956B-B624A997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楽しみ方の話題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86AA1BF6-3CDA-43D6-8ED8-25E0BE46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地元の人は、お湯割りで飲みます。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私は水割りが好きです。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C6B6E111-8992-4833-9387-05CA945C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紹介したい一本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DCD59411-B61E-4901-91FA-2BEEEE03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5962650" cy="109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三岳です。屋久島の焼酎です。</a:t>
            </a:r>
            <a:endParaRPr sz="1875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あっさりして飲みやすいと思います。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血糖値高い人も芋焼酎はおすすめです。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6" name="図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f1ffb39584783"/>
          <a:srcRect xmlns:a="http://schemas.openxmlformats.org/drawingml/2006/main" l="0" t="46250" r="0" b="4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Mediax header">
            <a:extLst xmlns:a="http://schemas.openxmlformats.org/drawingml/2006/main">
              <a:ext uri="{FF2B5EF4-FFF2-40B4-BE49-F238E27FC236}">
                <a16:creationId xmlns:a16="http://schemas.microsoft.com/office/drawing/2014/main" id="{16726CA2-D0A0-4A7C-ABA8-29D080FC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1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6C7EB2C2-0A92-41A8-A572-B9B5824F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4D5"/>
            </a:solidFill>
          </a:ln>
        </p:spPr>
      </p:sp>
      <p:sp>
        <p:nvSpPr>
          <p:cNvPr id="15" name="Title underline accent">
            <a:extLst xmlns:a="http://schemas.openxmlformats.org/drawingml/2006/main">
              <a:ext uri="{FF2B5EF4-FFF2-40B4-BE49-F238E27FC236}">
                <a16:creationId xmlns:a16="http://schemas.microsoft.com/office/drawing/2014/main" id="{577E8626-A530-4BE9-A9BE-7B3827F1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4E31"/>
            </a:solidFill>
          </a:ln>
        </p:spPr>
      </p:sp>
      <p:pic>
        <p:nvPicPr>
          <p:cNvPr id="30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237db648044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8481" y="1743075"/>
            <a:ext cx="1524132" cy="39779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141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898025C3-5A18-4644-985F-90A89FC5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温泉で楽しむ、鹿児島の休日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381A3773-6341-4D97-9556-99719B38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08 / 10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A4C2D98-1E20-40A4-A3BF-7F2D2A81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霧島の温泉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EA9A36B-107C-4D85-BC18-FF6074D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山の風景と一緒に楽しむ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3C8EBE67-EF72-46E5-8C9E-4FDBF52D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指宿の砂むし温泉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B9C7A4A5-D7F5-4029-8CAB-8405337B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鹿児島らしい温泉体験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E8BE8549-E464-4E07-9F0D-18A3EA8C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私のおすすめ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8E03799C-3EA9-43DB-AD4B-CCCCF055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4"/>
            <a:ext cx="587367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地元民が行く銭湯がおすすめです。</a:t>
            </a: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500</a:t>
            </a: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円前後で</a:t>
            </a:r>
            <a:endParaRPr sz="1875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高級旅館の大浴場のような施設やスパワールドのような施設が各町に多数あります。巡るのが楽しいです</a:t>
            </a: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7" name="図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85af8aa1642ee"/>
          <a:srcRect xmlns:a="http://schemas.openxmlformats.org/drawingml/2006/main" l="0" t="46250" r="0" b="4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Mediax header">
            <a:extLst xmlns:a="http://schemas.openxmlformats.org/drawingml/2006/main">
              <a:ext uri="{FF2B5EF4-FFF2-40B4-BE49-F238E27FC236}">
                <a16:creationId xmlns:a16="http://schemas.microsoft.com/office/drawing/2014/main" id="{5D63E0D3-79B0-4847-9FD8-6E6922E3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1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5D2EA2E6-F41B-4FAB-9D43-5BB7A1D4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4D5"/>
            </a:solidFill>
          </a:ln>
        </p:spPr>
      </p:sp>
      <p:sp>
        <p:nvSpPr>
          <p:cNvPr id="15" name="Title underline accent">
            <a:extLst xmlns:a="http://schemas.openxmlformats.org/drawingml/2006/main">
              <a:ext uri="{FF2B5EF4-FFF2-40B4-BE49-F238E27FC236}">
                <a16:creationId xmlns:a16="http://schemas.microsoft.com/office/drawing/2014/main" id="{FE5E24BE-1B30-485E-AC4C-27BB21EF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4E31"/>
            </a:solidFill>
          </a:ln>
        </p:spPr>
      </p:sp>
      <p:pic>
        <p:nvPicPr>
          <p:cNvPr id="31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0ddd71e1d4d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1894" y="1543050"/>
            <a:ext cx="3889312" cy="2148671"/>
          </a:xfrm>
          <a:prstGeom xmlns:a="http://schemas.openxmlformats.org/drawingml/2006/main" prst="rect">
            <a:avLst/>
          </a:prstGeom>
        </p:spPr>
      </p:pic>
      <p:pic>
        <p:nvPicPr>
          <p:cNvPr id="32" name="図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047fa252340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3995" y="3802489"/>
            <a:ext cx="4268805" cy="23887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23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FF9BA713-F5CB-4752-A32B-FA82C69B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天文館で、街歩きと喫茶店めぐり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1A60029A-0D1A-41BD-AC63-1513E91A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09 / 10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2AE99F87-1EF5-4714-984E-6FFDDD05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街歩きの楽しみ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520B50DF-18BD-4F0F-B42C-6625A62D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食事をしながら、地元の空気を感じる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D4E5D41D-A0AF-49A5-9714-A527251C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ブログでも紹介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80B1B37-584A-4165-B336-AF609801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天文館の喫茶店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「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喫茶マノン</a:t>
            </a: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」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2CEC4EA0-2795-497D-9DA9-EF4A7570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596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おすすめの過ごし方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531922F-BB7E-4D66-AB29-2842E349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白熊はおすすめ。天文館から山形屋（百貨店）へ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ぶらぶら散歩するのが好きです。</a:t>
            </a:r>
            <a:endParaRPr sz="1875" b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6" name="図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1715062b54bff"/>
          <a:srcRect xmlns:a="http://schemas.openxmlformats.org/drawingml/2006/main" l="0" t="46250" r="0" b="4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Mediax header">
            <a:extLst xmlns:a="http://schemas.openxmlformats.org/drawingml/2006/main">
              <a:ext uri="{FF2B5EF4-FFF2-40B4-BE49-F238E27FC236}">
                <a16:creationId xmlns:a16="http://schemas.microsoft.com/office/drawing/2014/main" id="{2FB65C66-357D-40FA-B6D3-4A4E4722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1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FC492E30-BF26-4B85-8DB1-7FCDBC53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4D5"/>
            </a:solidFill>
          </a:ln>
        </p:spPr>
      </p:sp>
      <p:sp>
        <p:nvSpPr>
          <p:cNvPr id="15" name="Title underline accent">
            <a:extLst xmlns:a="http://schemas.openxmlformats.org/drawingml/2006/main">
              <a:ext uri="{FF2B5EF4-FFF2-40B4-BE49-F238E27FC236}">
                <a16:creationId xmlns:a16="http://schemas.microsoft.com/office/drawing/2014/main" id="{09D17C07-2F22-44B1-836A-86BA3B9B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4E31"/>
            </a:solidFill>
          </a:ln>
        </p:spPr>
      </p:sp>
      <p:pic>
        <p:nvPicPr>
          <p:cNvPr id="30" name="tenmonkan-food-wal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60b3218f44b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6480" y="1583200"/>
            <a:ext cx="2724820" cy="4844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15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F313A869-B1F8-4BD2-B10B-27C0E0ED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鹿児島へ来たら、こんな一日はいかがですか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B186E509-2AB1-424E-9EFC-CDCA32BB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10 / 10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556A5AD-4A6A-43BA-9778-94F36DFA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午前</a:t>
            </a:r>
            <a:r>
              <a: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　</a:t>
            </a:r>
            <a:r>
              <a: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桜島の風景を楽しむ</a:t>
            </a:r>
            <a:r>
              <a: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もしくはフェリーに乗って行ってみる</a:t>
            </a:r>
            <a:endParaRPr sz="2325" b="1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14E592ED-0A48-4245-B1DF-BE942127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昼　　</a:t>
            </a:r>
            <a:r>
              <a: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鹿児島の料理を味わう</a:t>
            </a:r>
            <a:endParaRPr sz="2325" b="1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3C95F5AE-21CE-40D8-B612-4D168E0E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午後</a:t>
            </a:r>
            <a:r>
              <a: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　</a:t>
            </a:r>
            <a:r>
              <a: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街歩きと喫茶店、または温泉へ</a:t>
            </a:r>
            <a:endParaRPr sz="2325" b="1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45585DA-3FFB-47A7-976C-958696FE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よろしくお願いします。鹿児島の話も、ぜひ！</a:t>
            </a:r>
          </a:p>
        </p:txBody>
      </p:sp>
      <p:pic>
        <p:nvPicPr>
          <p:cNvPr id="21" name="図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34eddce174508"/>
          <a:srcRect xmlns:a="http://schemas.openxmlformats.org/drawingml/2006/main" l="0" t="46250" r="0" b="4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</p:spPr>
      </p:pic>
      <p:sp>
        <p:nvSpPr>
          <p:cNvPr id="11" name="Mediax header">
            <a:extLst xmlns:a="http://schemas.openxmlformats.org/drawingml/2006/main">
              <a:ext uri="{FF2B5EF4-FFF2-40B4-BE49-F238E27FC236}">
                <a16:creationId xmlns:a16="http://schemas.microsoft.com/office/drawing/2014/main" id="{F911D7ED-96C6-48A8-A7EA-18554BA2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1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406A5D2D-A8B4-4730-8C67-8A9EBBFB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4D5"/>
            </a:solidFill>
          </a:ln>
        </p:spPr>
      </p:sp>
      <p:sp>
        <p:nvSpPr>
          <p:cNvPr id="13" name="Title underline accent">
            <a:extLst xmlns:a="http://schemas.openxmlformats.org/drawingml/2006/main">
              <a:ext uri="{FF2B5EF4-FFF2-40B4-BE49-F238E27FC236}">
                <a16:creationId xmlns:a16="http://schemas.microsoft.com/office/drawing/2014/main" id="{17EFFC90-3B13-4795-8FDC-D1FB133E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34E31"/>
            </a:solidFill>
          </a:ln>
        </p:spPr>
      </p:sp>
    </p:spTree>
    <p:extLst>
      <p:ext uri="{BB962C8B-B14F-4D97-AF65-F5344CB8AC3E}">
        <p14:creationId xmlns:p14="http://schemas.microsoft.com/office/powerpoint/2010/main" val="42878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2026-10-01T02:35:10.7760000Z</dcterms:created>
  <dcterms:modified xsi:type="dcterms:W3CDTF">2026-10-01T02:35:10.7760000Z</dcterms:modified>
</coreProperties>
</file>