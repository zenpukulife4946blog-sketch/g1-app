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AA85ED9-EEC3-4F74-B89A-21CB02035D8D}">
          <p14:sldIdLst>
            <p14:sldId id="256"/>
          </p14:sldIdLst>
        </p14:section>
        <p14:section name="タイトルなしのセクション" id="{8C236DB3-44F6-4497-967A-5D5FDCEB5F3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冒頭例：善福徳行です。今日は、これまでの仕事と趣味、そして地元・鹿児島を紹介します。所属部署と発表日を記入してください。氏名・職種は会話内の情報を使用。</a:t>
            </a:r>
          </a:p>
          <a:p>
            <a:endParaRPr/>
          </a:p>
          <a:p>
            <a:r>
              <a:t>参考：https://zenpuku-life-4946.com/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  <a:p>
            <a:endParaRPr/>
          </a:p>
          <a:p>
            <a:r>
              <a:t>表紙写真：鹿児島県観光サイト「鹿児島で楽しむ絶景釣り体験」 https://www.kagoshima-kankou.com/feature/fishing</a:t>
            </a:r>
          </a:p>
          <a:p>
            <a:r>
              <a:t>写真URL：https://www.kagoshima-kankou.com/storage/special_feature_paragraphs/7508/responsive_images/Q4LqPzc0aRIacXOxELNHkYRgrBdDkEpjvXJ2ud9Z__1673_1115.jpg</a:t>
            </a:r>
          </a:p>
          <a:p>
            <a:r>
              <a:t>帯：藍色の織物をイメージしたAI生成のオリジナルデザイン。大島紬の実物柄の再現ではありません。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仕事の経験は会話で提供された情報。順番・在籍期間・担当範囲はご自身で確認してください。制作アプリの画面を入れると、取り組みが伝わりやすくなります。</a:t>
            </a:r>
          </a:p>
          <a:p>
            <a:endParaRPr/>
          </a:p>
          <a:p>
            <a:r>
              <a:t>参考：https://zenpuku-life-4946.com/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ドラムとブログは本人ブログのカテゴリおよび会話の情報を参照。好きな曲や最近の練習を短く話してください。Instagramの投稿本文・画像は取得できていません。</a:t>
            </a:r>
          </a:p>
          <a:p>
            <a:endParaRPr/>
          </a:p>
          <a:p>
            <a:r>
              <a:t>参考：https://zenpuku-life-4946.com/</a:t>
            </a:r>
          </a:p>
          <a:p>
            <a:r>
              <a:t>https://www.instagram.com/zentoku_n/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鹿児島県全体と鹿児島市を区別して説明してください。地図を使う場合は正確な地図画像を挿入。</a:t>
            </a:r>
          </a:p>
          <a:p>
            <a:endParaRPr/>
          </a:p>
          <a:p>
            <a:r>
              <a:t>参考：https://www.kagoshima-kankou.com/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桜島が活火山であることは鹿児島県公式観光サイトで確認。思い出・灰の話はご自身の実体験だけを補ってください。</a:t>
            </a:r>
          </a:p>
          <a:p>
            <a:endParaRPr/>
          </a:p>
          <a:p>
            <a:r>
              <a:t>参考：https://www.kagoshima-kankou.com/guide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黒豚などの紹介は県公式観光サイトのグルメ案内を参考。店名・感想はご自身で記入。価格や営業時間は変わるためテンプレートには掲載していません。</a:t>
            </a:r>
          </a:p>
          <a:p>
            <a:endParaRPr/>
          </a:p>
          <a:p>
            <a:r>
              <a:t>参考：https://www.kagoshima-kankou.com/</a:t>
            </a:r>
          </a:p>
          <a:p>
            <a:r>
              <a:t>https://zenpuku-life-4946.com/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県公式観光サイトの焼酎文化紹介を参考。ご自身が飲まない場合は銘柄欄を「地元で見かける焼酎」に変更してください。飲酒習慣は推測していません。</a:t>
            </a:r>
          </a:p>
          <a:p>
            <a:endParaRPr/>
          </a:p>
          <a:p>
            <a:r>
              <a:t>参考：https://www.kagoshima-kankou.com/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霧島温泉と指宿の砂むし温泉は県公式観光案内を参考。温泉体験の感想はご自身で補ってください。</a:t>
            </a:r>
          </a:p>
          <a:p>
            <a:endParaRPr/>
          </a:p>
          <a:p>
            <a:r>
              <a:t>参考：https://www.kagoshima-kankou.com/guide?rtc%5B0%5D=32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ブログのライムライト訪問記事を参考。店の営業状況は本テンプレートでは断定していません。紹介写真と個人的な感想を補ってください。</a:t>
            </a:r>
          </a:p>
          <a:p>
            <a:endParaRPr/>
          </a:p>
          <a:p>
            <a:r>
              <a:t>参考：https://zenpuku-life-4946.com/2026/06/17/tenmonkan-limelight-coffee/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この一日は提案用の記入例です。移動手段や滞在時間に応じて調整してください。最後に質問を受け、仕事や趣味の話につなげます。</a:t>
            </a:r>
          </a:p>
          <a:p>
            <a:endParaRPr/>
          </a:p>
          <a:p>
            <a:r>
              <a:t>参考：https://zenpuku-life-4946.com/</a:t>
            </a:r>
          </a:p>
          <a:p>
            <a:r>
              <a:t>https://www.instagram.com/zentoku_n/</a:t>
            </a:r>
          </a:p>
          <a:p>
            <a:r>
              <a:t>テンプレートの使い方：角括弧の欄をご自身の情報へ変更。写真欄は削除して「挿入＞画像」で写真を配置。発表前に記入例を確認。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/>
          <p:cNvPicPr>
            <a:picLocks noChangeAspect="1"/>
          </p:cNvPicPr>
          <p:nvPr/>
        </p:nvPicPr>
        <p:blipFill>
          <a:blip r:embed="rId3"/>
          <a:srcRect t="7800" b="78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ver contrast overlay">
            <a:extLst>
              <a:ext uri="{FF2B5EF4-FFF2-40B4-BE49-F238E27FC236}">
                <a16:creationId xmlns:a16="http://schemas.microsoft.com/office/drawing/2014/main" id="{64CFD5C2-CE8E-4090-8D6F-A59A1BDF26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3447">
              <a:alpha val="40000"/>
            </a:srgbClr>
          </a:solidFill>
          <a:ln w="0">
            <a:noFill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AF2EC8-97AC-4FCC-A7C1-2B9031DFA854}"/>
              </a:ext>
            </a:extLst>
          </p:cNvPr>
          <p:cNvSpPr>
            <a:spLocks noGrp="1"/>
          </p:cNvSpPr>
          <p:nvPr/>
        </p:nvSpPr>
        <p:spPr>
          <a:xfrm>
            <a:off x="723900" y="571500"/>
            <a:ext cx="107442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4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自己紹介と、地元・鹿児島の紹介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2C8C48-7A99-41FD-A54D-571A9D5FD762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C5D1D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C5D1D4"/>
                </a:solidFill>
                <a:latin typeface="Noto Sans CJK JP"/>
                <a:ea typeface="Noto Sans CJK JP"/>
                <a:cs typeface="Noto Sans CJK JP"/>
              </a:rPr>
              <a:t>01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DFF5508-A074-4EBF-8C00-B733645B4AF3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6667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5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5250" b="1" dirty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善福 徳行</a:t>
            </a:r>
            <a:endParaRPr lang="en-US" altLang="ja-JP" sz="5250" b="1" dirty="0">
              <a:solidFill>
                <a:srgbClr val="FFFFFF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52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endParaRPr sz="5250" b="1" dirty="0">
              <a:solidFill>
                <a:srgbClr val="FFFFFF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6565B2-7296-4FAD-95BF-77E7FFD8099D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5905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2400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（ゼンプク　ノリユキ）</a:t>
            </a:r>
            <a:endParaRPr sz="2400" b="0" dirty="0">
              <a:solidFill>
                <a:srgbClr val="D1DFE2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85D7972-018E-47AD-B657-ED46D681940A}"/>
              </a:ext>
            </a:extLst>
          </p:cNvPr>
          <p:cNvSpPr>
            <a:spLocks noGrp="1"/>
          </p:cNvSpPr>
          <p:nvPr/>
        </p:nvSpPr>
        <p:spPr>
          <a:xfrm>
            <a:off x="762000" y="416242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関西大学</a:t>
            </a:r>
            <a:r>
              <a:rPr lang="en-US" altLang="ja-JP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MONO</a:t>
            </a:r>
            <a:r>
              <a:rPr lang="ja-JP" alt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ラボ</a:t>
            </a:r>
            <a:r>
              <a:rPr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  ／  </a:t>
            </a:r>
            <a:r>
              <a:rPr 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2026</a:t>
            </a:r>
            <a:r>
              <a:rPr lang="ja-JP" alt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年</a:t>
            </a:r>
            <a:r>
              <a:rPr lang="en-US" altLang="ja-JP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11</a:t>
            </a:r>
            <a:r>
              <a:rPr lang="ja-JP" alt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月</a:t>
            </a:r>
            <a:r>
              <a:rPr lang="en-US" altLang="ja-JP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3</a:t>
            </a:r>
            <a:r>
              <a:rPr lang="ja-JP" altLang="en-US" sz="1875" b="0" dirty="0">
                <a:solidFill>
                  <a:srgbClr val="D1DFE2"/>
                </a:solidFill>
                <a:latin typeface="Noto Sans CJK JP"/>
                <a:ea typeface="Noto Sans CJK JP"/>
                <a:cs typeface="Noto Sans CJK JP"/>
              </a:rPr>
              <a:t>日</a:t>
            </a:r>
            <a:endParaRPr sz="1875" b="0" dirty="0">
              <a:solidFill>
                <a:srgbClr val="D1DFE2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4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335D5E5-B5EB-842A-1C62-DB6A6D279A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136" y="1965456"/>
            <a:ext cx="2320514" cy="348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5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3562CD-6737-4F27-BFD3-DB646C1D54B5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solidFill>
              <a:schemeClr val="bg1"/>
            </a:solidFill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これまでの仕事と、今取り組んでいること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8EF82C-47C0-4121-9A93-955BAC01ED68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02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021A3C-712F-4BD4-BA32-E43192DC4566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これまでの仕事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8C1B5B-6381-425C-B761-3D255B968E26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システムの運用・保守、SE業務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自治体の情報システム業務を経験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B501C1-2A20-41AF-B7C2-B84B2F1EB38C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現在の関心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2D801E-C6A1-48BB-9799-A134C776B053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PythonやAIを使ったアプリ開発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、バイブコーディング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859DDA-4088-4045-BBCA-0C157A82375E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これからの目標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BEFAD22-4226-44DB-AFC8-13E08177EDC7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5962650" cy="1085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MONO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ラボを中心に</a:t>
            </a:r>
            <a:r>
              <a:rPr lang="en-US" altLang="ja-JP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AI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を駆使して得意なプログラミングを使いながら業務改善、効率化を行い会社に貢献します。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6D1BAF-9D1D-4C75-A49C-3ED728500B3A}"/>
              </a:ext>
            </a:extLst>
          </p:cNvPr>
          <p:cNvSpPr>
            <a:spLocks noGrp="1"/>
          </p:cNvSpPr>
          <p:nvPr/>
        </p:nvSpPr>
        <p:spPr>
          <a:xfrm>
            <a:off x="7353300" y="3295650"/>
            <a:ext cx="38290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仕事や制作アプリの写真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61DFE34B-AFE9-4605-B4E7-A5753803B34D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BBF4BDD0-0D77-429B-8404-20123111ED93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0333699B-5593-4DB1-B7E6-129FA5389D1F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35E6638-7D6C-E84B-2468-5EB676DAD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369" y="1554726"/>
            <a:ext cx="3221243" cy="4481971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04FE45B-F31C-6498-CBAC-C1E2C3F9FB98}"/>
              </a:ext>
            </a:extLst>
          </p:cNvPr>
          <p:cNvSpPr>
            <a:spLocks noGrp="1"/>
          </p:cNvSpPr>
          <p:nvPr/>
        </p:nvSpPr>
        <p:spPr>
          <a:xfrm>
            <a:off x="6686550" y="5950972"/>
            <a:ext cx="3221243" cy="37147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en-US" altLang="ja-JP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URL:</a:t>
            </a:r>
            <a:r>
              <a:rPr 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https://g1-app.vercel.app/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30659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8CAA635-4645-4159-8AA9-8D8E9161909C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休日はドラムとゴルフと観光を楽しんでいます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9335F8-AE5E-4CBF-B3A1-1EBAB174327A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03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DB78723-89CA-4BE4-A782-2A103F066008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ドラム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9B36B41-8FEC-472A-9E13-B564420820F6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レッスンと自宅練習を継続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7EDC7B-8662-4D31-9E48-05566703909B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2175" b="1" dirty="0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ゴルフ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076586-CECD-40F9-9855-00B9D0AE776A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100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切りを目標にしています。練習はたまに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075EB02-44FA-440D-9BDB-D3FC047612C8}"/>
              </a:ext>
            </a:extLst>
          </p:cNvPr>
          <p:cNvSpPr>
            <a:spLocks noGrp="1"/>
          </p:cNvSpPr>
          <p:nvPr/>
        </p:nvSpPr>
        <p:spPr>
          <a:xfrm>
            <a:off x="723900" y="5266480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 dirty="0" err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気軽に声をかけてください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193C1DB-AE9D-4F49-A768-C08E7A2CB680}"/>
              </a:ext>
            </a:extLst>
          </p:cNvPr>
          <p:cNvSpPr>
            <a:spLocks noGrp="1"/>
          </p:cNvSpPr>
          <p:nvPr/>
        </p:nvSpPr>
        <p:spPr>
          <a:xfrm>
            <a:off x="723900" y="5704630"/>
            <a:ext cx="6799644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音楽や地元の話が、会話のきっかけに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でもいいです。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158635-AC8E-4680-9283-133D4E0FEC0C}"/>
              </a:ext>
            </a:extLst>
          </p:cNvPr>
          <p:cNvSpPr>
            <a:spLocks noGrp="1"/>
          </p:cNvSpPr>
          <p:nvPr/>
        </p:nvSpPr>
        <p:spPr>
          <a:xfrm>
            <a:off x="7353300" y="3295650"/>
            <a:ext cx="38290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ドラム演奏・練習中の写真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5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3FBB11A5-D7DF-4E07-A198-F9C5FA16874A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B500AD68-3AD8-47AC-B763-A7092462F683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2F8FFE11-24D1-432F-A56C-44311FFBC981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17" name="7D49F135">
            <a:hlinkClick action="ppaction://media"/>
            <a:extLst>
              <a:ext uri="{FF2B5EF4-FFF2-40B4-BE49-F238E27FC236}">
                <a16:creationId xmlns:a16="http://schemas.microsoft.com/office/drawing/2014/main" id="{8C9B7E7B-9954-E337-3DA3-4C778F58AD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5090" y="1546065"/>
            <a:ext cx="5963960" cy="3354727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D27624F-F828-F7DB-B7A6-BFE4B4195CE1}"/>
              </a:ext>
            </a:extLst>
          </p:cNvPr>
          <p:cNvSpPr>
            <a:spLocks noGrp="1"/>
          </p:cNvSpPr>
          <p:nvPr/>
        </p:nvSpPr>
        <p:spPr>
          <a:xfrm>
            <a:off x="742950" y="3971201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2175" b="1" dirty="0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神社・仏閣巡り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5E31F82-FE24-971A-D1EB-E0CF61A2B168}"/>
              </a:ext>
            </a:extLst>
          </p:cNvPr>
          <p:cNvSpPr>
            <a:spLocks noGrp="1"/>
          </p:cNvSpPr>
          <p:nvPr/>
        </p:nvSpPr>
        <p:spPr>
          <a:xfrm>
            <a:off x="742950" y="4409351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神社参拝、仏像巡りが好きです。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43733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42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016583-3278-4610-A9C4-42B5D343873E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私の地元、鹿児島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5A436CC-3F6C-45BB-80E2-B4D95F19A36D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04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E6375DB-8F24-4098-8733-0BB4FC317509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九州の南にある県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75AFB4-7FA4-426B-92D8-066D73EA94F7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鹿児島市の街並みと桜島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163BCD-FE9A-45EE-B9CA-01499CE4F777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 dirty="0" err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楽しみ方はいろいろ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8B85E3-347D-47D3-9B79-BB93FB06A6AA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風景、地元の味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（黒豚、黒牛、黒薩摩鳥）</a:t>
            </a:r>
            <a:r>
              <a:rPr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、</a:t>
            </a: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温泉、街歩き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4E597F0-5C33-40ED-8561-762B92E4B22E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今日は身近な鹿児島をご紹介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C7E58C9-DB09-4305-958A-3FC5C9FCA66C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鹿児島市を中心に、県内の魅力も</a:t>
            </a: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F294B4FA-8074-4192-98D1-2A948EA95379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530C7ED8-8B95-4A18-B5C6-903FF06DAF8A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7AD5B372-D01F-4EAB-A4C4-B81FA28EB525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570BEEC4-EE71-DAC8-511E-5C95727B7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458" y="1743075"/>
            <a:ext cx="3040192" cy="40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2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8DF8BEC-90A1-4B20-81E2-8E50210B2A44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西郷隆盛と明治遺産</a:t>
            </a:r>
            <a:endParaRPr sz="3450" b="1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541298-C4DA-4F58-AB78-1DCE905C1993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05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125EE5-FC5B-4C18-9B8B-D2572195230F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鹿児島のシンボル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C5B1C59-C566-4C02-A715-19C61BDFAB12}"/>
              </a:ext>
            </a:extLst>
          </p:cNvPr>
          <p:cNvSpPr>
            <a:spLocks noGrp="1"/>
          </p:cNvSpPr>
          <p:nvPr/>
        </p:nvSpPr>
        <p:spPr>
          <a:xfrm>
            <a:off x="723900" y="2181224"/>
            <a:ext cx="5962650" cy="133349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なんといっても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西郷隆盛。鹿児島では大久保さんより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西郷さんをとても慕っています。</a:t>
            </a:r>
            <a:endParaRPr lang="en-US" altLang="ja-JP" sz="1875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没後</a:t>
            </a:r>
            <a:r>
              <a:rPr lang="en-US" altLang="ja-JP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150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年で鹿児島盛り上がって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ます！！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B5C41D-9CE9-446D-B163-D9E69972F96E}"/>
              </a:ext>
            </a:extLst>
          </p:cNvPr>
          <p:cNvSpPr>
            <a:spLocks noGrp="1"/>
          </p:cNvSpPr>
          <p:nvPr/>
        </p:nvSpPr>
        <p:spPr>
          <a:xfrm>
            <a:off x="723900" y="3604073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2175" b="1" dirty="0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磯庭園</a:t>
            </a:r>
            <a:r>
              <a:rPr sz="2175" b="1" dirty="0" err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から楽しめる景色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F2D5C0-D3B0-4F89-8322-D4669E59881F}"/>
              </a:ext>
            </a:extLst>
          </p:cNvPr>
          <p:cNvSpPr>
            <a:spLocks noGrp="1"/>
          </p:cNvSpPr>
          <p:nvPr/>
        </p:nvSpPr>
        <p:spPr>
          <a:xfrm>
            <a:off x="723900" y="4090987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磯庭園は島津家の別邸です。</a:t>
            </a:r>
            <a:endParaRPr lang="en-US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桜島と海が見える風景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2746B7-9A4F-43FD-9971-732D760E3E4F}"/>
              </a:ext>
            </a:extLst>
          </p:cNvPr>
          <p:cNvSpPr>
            <a:spLocks noGrp="1"/>
          </p:cNvSpPr>
          <p:nvPr/>
        </p:nvSpPr>
        <p:spPr>
          <a:xfrm>
            <a:off x="723900" y="4914508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2175" b="1" dirty="0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磯庭園は世界文化遺産です。</a:t>
            </a:r>
            <a:endParaRPr sz="2175" b="1" dirty="0">
              <a:solidFill>
                <a:srgbClr val="B55236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82DC6E0-D5DE-43C3-A8FD-06724EBD2496}"/>
              </a:ext>
            </a:extLst>
          </p:cNvPr>
          <p:cNvSpPr>
            <a:spLocks noGrp="1"/>
          </p:cNvSpPr>
          <p:nvPr/>
        </p:nvSpPr>
        <p:spPr>
          <a:xfrm>
            <a:off x="723900" y="5348286"/>
            <a:ext cx="4542581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この一帯を含めユネスコの世界文化遺産</a:t>
            </a:r>
            <a:endParaRPr lang="en-US" altLang="ja-JP" sz="1875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になっています。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9522D4FB-7D64-4299-93E6-DF2C6665DB17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A112A538-3771-4229-8D38-994DE77F0C4B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D46ADB55-7B29-4406-81C0-D2B114FE1D4A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32A2DE7-68F4-A4D0-84FC-26133AB5A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840" y="2809875"/>
            <a:ext cx="5834260" cy="3283516"/>
          </a:xfrm>
          <a:prstGeom prst="rect">
            <a:avLst/>
          </a:prstGeom>
        </p:spPr>
      </p:pic>
      <p:pic>
        <p:nvPicPr>
          <p:cNvPr id="22" name="図 21" descr="西郷隆盛生誕200年・没後150年記念ロゴマークとキャッチコピー｜鹿児島市">
            <a:extLst>
              <a:ext uri="{FF2B5EF4-FFF2-40B4-BE49-F238E27FC236}">
                <a16:creationId xmlns:a16="http://schemas.microsoft.com/office/drawing/2014/main" id="{4B3A816C-A58D-8801-DCB3-0F768B9F6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283" y="2369089"/>
            <a:ext cx="2932115" cy="207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2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6A10258-2483-463B-B788-020982630253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鹿児島で味わいたい、地元の食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6780D6-EFCE-4061-B811-FECF26F29946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06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3AD400-D3EF-4ACD-B400-F1C1FF32571E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黒豚・さつま揚げ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014D11-38DF-451C-8F69-5BE12EE18BA7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鹿児島を紹介する定番の味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AAD8232-0EB2-47CE-8666-32BE5879D9CD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ラーメンや甘いものも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72524F-73C8-41AB-897D-C95C7E2ED406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お酒飲んだ後の天文館のり一の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ラーメンがすきです。かるかんも好き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546F27-B710-48B1-8F03-EB0A1A2A3C6B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私の一押し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3AC2FB4-2603-42E2-8CFD-56DE5CD75E0B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鹿児島人の中で一番美味しい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とされるとんかつ屋竹亭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B9D41599-8988-4667-895C-3A284C3875AE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045D205A-AC3E-4C3B-B294-76CC062E58E1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3EAF2005-3C01-4F17-97E4-9498473BEB69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4F2EA49F-A76C-1B15-62E6-23D7820EE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662" y="4010025"/>
            <a:ext cx="2639066" cy="210874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FAF2080-F699-8426-3EA9-F67E9E1F6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796" y="3980244"/>
            <a:ext cx="3189432" cy="242887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4111E02-7EDB-A74B-7D38-910812F56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662" y="1447800"/>
            <a:ext cx="3718775" cy="242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397F05A-1331-4743-B9FB-22D77470747C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焼酎も、鹿児島の文化のひとつ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8DB1DEA-AD8B-4ACE-A22F-FDEB3429DD5A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07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85926DD-A1A4-4ED3-8EE9-E6B81D9711D1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鹿児島と焼酎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1AAAF5-F113-4994-BA42-C0A29C3506A7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地元の食とあわせて紹介したい文化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鹿児島で酒と言えば芋焼酎です。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0066F0-8A6E-45D3-956B-B624A997C7D3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楽しみ方の話題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AA1BF6-3CDA-43D6-8ED8-25E0BE46209D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地元の人は、お湯割りで飲みます。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私は水割りが好きです。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6B6E111-8992-4833-9387-05CA945C8268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紹介したい一本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CD59411-B61E-4901-91FA-2BEEEE03452C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5962650" cy="10900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三岳です。屋久島の焼酎です。</a:t>
            </a:r>
            <a:endParaRPr lang="en-US" altLang="ja-JP" sz="1875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あっさりして飲みやすいと思います。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血糖値高い人も芋焼酎はおすすめです。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16726CA2-D0A0-4A7C-ABA8-29D080FC477F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6C7EB2C2-0A92-41A8-A572-B9B5824F0E20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577E8626-A530-4BE9-A9BE-7B3827F14F5E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3884ADEC-0490-98CA-192F-A3EF8BE16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81" y="1743075"/>
            <a:ext cx="152413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98025C3-5A18-4644-985F-90A89FC55FEB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温泉で楽しむ、鹿児島の休日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1A3773-6341-4D97-9556-99719B38A946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08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4C2D98-1E20-40A4-A3BF-7F2D2A81F11D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霧島の温泉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EA9A36B-107C-4D85-BC18-FF6074DAC1C6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山の風景と一緒に楽しむ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8EBE67-EF72-46E5-8C9E-4FDBF52DE949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指宿の砂むし温泉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C7A4A5-D7F5-4029-8CAB-8405337B4FB7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鹿児島らしい温泉体験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BE8549-E464-4E07-9F0D-18A3EA8CF741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私のおすすめ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E03799C-3EA9-43DB-AD4B-CCCCF05542AF}"/>
              </a:ext>
            </a:extLst>
          </p:cNvPr>
          <p:cNvSpPr>
            <a:spLocks noGrp="1"/>
          </p:cNvSpPr>
          <p:nvPr/>
        </p:nvSpPr>
        <p:spPr>
          <a:xfrm>
            <a:off x="723900" y="4581524"/>
            <a:ext cx="5873670" cy="1419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地元民が行く銭湯がおすすめです。</a:t>
            </a:r>
            <a:r>
              <a:rPr lang="en-US" altLang="ja-JP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500</a:t>
            </a: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円前後で</a:t>
            </a:r>
            <a:endParaRPr lang="en-US" altLang="ja-JP" sz="1875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高級旅館の大浴場のような施設やスパワールドのような施設が各町に多数あります。巡るのが楽しいです</a:t>
            </a: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。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5D63E0D3-79B0-4847-9FD8-6E6922E3FF89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5D2EA2E6-F41B-4FAB-9D43-5BB7A1D4BA8C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FE5E24BE-1B30-485E-AC4C-27BB21EF789B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EE9632A-E8C8-24A7-B664-E1A039C46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894" y="1543050"/>
            <a:ext cx="3889312" cy="214867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2940BEE-C10E-55A7-2B8C-932181C02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95" y="3802489"/>
            <a:ext cx="4268805" cy="238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2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9BA713-F5CB-4752-A32B-FA82C69B084A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天文館で、街歩きと喫茶店めぐり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A60029A-0D1A-41BD-AC63-1513E91AFEFD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09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E99F87-1EF5-4714-984E-6FFDDD055440}"/>
              </a:ext>
            </a:extLst>
          </p:cNvPr>
          <p:cNvSpPr>
            <a:spLocks noGrp="1"/>
          </p:cNvSpPr>
          <p:nvPr/>
        </p:nvSpPr>
        <p:spPr>
          <a:xfrm>
            <a:off x="723900" y="17430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街歩きの楽しみ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0B50DF-18BD-4F0F-B42C-6625A62D5988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食事をしながら、地元の空気を感じる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E5D41D-A0AF-49A5-9714-A527251CA0EC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ブログでも紹介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80B1B37-584A-4165-B336-AF6098019069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天文館の喫茶店</a:t>
            </a:r>
            <a:r>
              <a:rPr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「</a:t>
            </a: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喫茶マノン</a:t>
            </a:r>
            <a:r>
              <a:rPr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」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CEC4EA0-2795-497D-9DA9-EF4A757066B6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626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おすすめの過ごし方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31922F-BB7E-4D66-AB29-2842E349A18E}"/>
              </a:ext>
            </a:extLst>
          </p:cNvPr>
          <p:cNvSpPr>
            <a:spLocks noGrp="1"/>
          </p:cNvSpPr>
          <p:nvPr/>
        </p:nvSpPr>
        <p:spPr>
          <a:xfrm>
            <a:off x="723900" y="45815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b="0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白熊はおすすめ。天文館から山形屋（百貨店）へ</a:t>
            </a:r>
            <a:endParaRPr lang="en-US" altLang="ja-JP"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  <a:p>
            <a:pPr>
              <a:buNone/>
              <a:defRPr sz="1875" b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lang="ja-JP" altLang="en-US" sz="1875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ぶらぶら散歩するのが好きです。</a:t>
            </a:r>
            <a:endParaRPr sz="1875" b="0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5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3" name="Mediax header">
            <a:extLst>
              <a:ext uri="{FF2B5EF4-FFF2-40B4-BE49-F238E27FC236}">
                <a16:creationId xmlns:a16="http://schemas.microsoft.com/office/drawing/2014/main" id="{2FB65C66-357D-40FA-B6D3-4A4E4722007B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4" name="Title underline">
            <a:extLst>
              <a:ext uri="{FF2B5EF4-FFF2-40B4-BE49-F238E27FC236}">
                <a16:creationId xmlns:a16="http://schemas.microsoft.com/office/drawing/2014/main" id="{FC492E30-BF26-4B85-8DB1-7FCDBC53EC20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5" name="Title underline accent">
            <a:extLst>
              <a:ext uri="{FF2B5EF4-FFF2-40B4-BE49-F238E27FC236}">
                <a16:creationId xmlns:a16="http://schemas.microsoft.com/office/drawing/2014/main" id="{09D17C07-2F22-44B1-836A-86BA3B9BA1B2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  <p:pic>
        <p:nvPicPr>
          <p:cNvPr id="29" name="tenmonkan-food-walk">
            <a:hlinkClick action="ppaction://media"/>
            <a:extLst>
              <a:ext uri="{FF2B5EF4-FFF2-40B4-BE49-F238E27FC236}">
                <a16:creationId xmlns:a16="http://schemas.microsoft.com/office/drawing/2014/main" id="{5628F0A9-0DB4-CC4B-C704-1E37591CD4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76480" y="1583200"/>
            <a:ext cx="2724820" cy="484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313A869-B1F8-4BD2-B10B-27C0E0ED0E8A}"/>
              </a:ext>
            </a:extLst>
          </p:cNvPr>
          <p:cNvSpPr>
            <a:spLocks noGrp="1"/>
          </p:cNvSpPr>
          <p:nvPr/>
        </p:nvSpPr>
        <p:spPr>
          <a:xfrm>
            <a:off x="723900" y="542925"/>
            <a:ext cx="107442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050" b="1">
                <a:solidFill>
                  <a:srgbClr val="102E42"/>
                </a:solidFill>
                <a:latin typeface="Noto Sans CJK JP"/>
                <a:ea typeface="Noto Sans CJK JP"/>
                <a:cs typeface="Noto Sans CJK JP"/>
              </a:rPr>
              <a:t>鹿児島へ来たら、こんな一日はいかがですか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86E509-2AB1-424E-9EFC-CDCA32BB91AD}"/>
              </a:ext>
            </a:extLst>
          </p:cNvPr>
          <p:cNvSpPr>
            <a:spLocks noGrp="1"/>
          </p:cNvSpPr>
          <p:nvPr/>
        </p:nvSpPr>
        <p:spPr>
          <a:xfrm>
            <a:off x="10401300" y="62293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64747A"/>
                </a:solidFill>
                <a:latin typeface="Noto Sans CJK JP"/>
                <a:ea typeface="Noto Sans CJK JP"/>
                <a:cs typeface="Noto Sans CJK JP"/>
              </a:rPr>
              <a:t>10 / 10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556A5AD-4A6A-43BA-9778-94F36DFA33DB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午前</a:t>
            </a:r>
            <a:r>
              <a:rPr sz="2325" b="1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　</a:t>
            </a:r>
            <a:r>
              <a:rPr sz="2325" b="1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桜島の風景を楽しむ</a:t>
            </a:r>
            <a:r>
              <a:rPr lang="ja-JP" altLang="en-US" sz="2325" b="1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もしくはフェリーに乗って行ってみる</a:t>
            </a:r>
            <a:endParaRPr sz="2325" b="1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4E592ED-0A48-4245-B1DF-BE94212746DD}"/>
              </a:ext>
            </a:extLst>
          </p:cNvPr>
          <p:cNvSpPr>
            <a:spLocks noGrp="1"/>
          </p:cNvSpPr>
          <p:nvPr/>
        </p:nvSpPr>
        <p:spPr>
          <a:xfrm>
            <a:off x="723900" y="25431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昼　　</a:t>
            </a:r>
            <a:r>
              <a:rPr sz="2325" b="1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鹿児島の料理を味わう</a:t>
            </a:r>
            <a:endParaRPr sz="2325" b="1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95F5AE-21CE-40D8-B612-4D168E0E1ED7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午後</a:t>
            </a:r>
            <a:r>
              <a:rPr sz="2325" b="1" dirty="0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　</a:t>
            </a:r>
            <a:r>
              <a:rPr sz="2325" b="1" dirty="0" err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街歩きと喫茶店、または温泉へ</a:t>
            </a:r>
            <a:endParaRPr sz="2325" b="1" dirty="0">
              <a:solidFill>
                <a:srgbClr val="153447"/>
              </a:solidFill>
              <a:latin typeface="Noto Sans CJK JP"/>
              <a:ea typeface="Noto Sans CJK JP"/>
              <a:cs typeface="Noto Sans CJK JP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5585DA-3FFB-47A7-976C-958696FE9403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1">
                <a:solidFill>
                  <a:srgbClr val="B55236"/>
                </a:solidFill>
                <a:latin typeface="Noto Sans CJK JP"/>
                <a:ea typeface="Noto Sans CJK JP"/>
                <a:cs typeface="Noto Sans CJK JP"/>
              </a:rPr>
              <a:t>よろしくお願いします。鹿児島の話も、ぜひ！</a:t>
            </a:r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3"/>
          <a:srcRect t="46250" b="46250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1" name="Mediax header">
            <a:extLst>
              <a:ext uri="{FF2B5EF4-FFF2-40B4-BE49-F238E27FC236}">
                <a16:creationId xmlns:a16="http://schemas.microsoft.com/office/drawing/2014/main" id="{F911D7ED-96C6-48A8-A7EA-18554BA2240F}"/>
              </a:ext>
            </a:extLst>
          </p:cNvPr>
          <p:cNvSpPr>
            <a:spLocks noGrp="1"/>
          </p:cNvSpPr>
          <p:nvPr/>
        </p:nvSpPr>
        <p:spPr>
          <a:xfrm>
            <a:off x="10153650" y="171450"/>
            <a:ext cx="1371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153447"/>
                </a:solidFill>
                <a:latin typeface="Noto Sans CJK JP"/>
                <a:ea typeface="Noto Sans CJK JP"/>
                <a:cs typeface="Noto Sans CJK JP"/>
              </a:rPr>
              <a:t>Mediax</a:t>
            </a:r>
          </a:p>
        </p:txBody>
      </p:sp>
      <p:sp>
        <p:nvSpPr>
          <p:cNvPr id="12" name="Title underline">
            <a:extLst>
              <a:ext uri="{FF2B5EF4-FFF2-40B4-BE49-F238E27FC236}">
                <a16:creationId xmlns:a16="http://schemas.microsoft.com/office/drawing/2014/main" id="{406A5D2D-A8B4-4730-8C67-8A9EBBFB4F1F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10744200" cy="0"/>
          </a:xfrm>
          <a:prstGeom prst="line">
            <a:avLst/>
          </a:prstGeom>
          <a:noFill/>
          <a:ln w="14288">
            <a:solidFill>
              <a:srgbClr val="CBD4D5"/>
            </a:solidFill>
          </a:ln>
        </p:spPr>
      </p:sp>
      <p:sp>
        <p:nvSpPr>
          <p:cNvPr id="13" name="Title underline accent">
            <a:extLst>
              <a:ext uri="{FF2B5EF4-FFF2-40B4-BE49-F238E27FC236}">
                <a16:creationId xmlns:a16="http://schemas.microsoft.com/office/drawing/2014/main" id="{17EFFC90-3B13-4795-8FDC-D1FB133E8989}"/>
              </a:ext>
            </a:extLst>
          </p:cNvPr>
          <p:cNvSpPr>
            <a:spLocks noGrp="1"/>
          </p:cNvSpPr>
          <p:nvPr/>
        </p:nvSpPr>
        <p:spPr>
          <a:xfrm>
            <a:off x="723900" y="1457325"/>
            <a:ext cx="2857500" cy="0"/>
          </a:xfrm>
          <a:prstGeom prst="line">
            <a:avLst/>
          </a:prstGeom>
          <a:noFill/>
          <a:ln w="38100">
            <a:solidFill>
              <a:srgbClr val="C34E31"/>
            </a:solidFill>
          </a:ln>
        </p:spPr>
      </p:sp>
    </p:spTree>
    <p:extLst>
      <p:ext uri="{BB962C8B-B14F-4D97-AF65-F5344CB8AC3E}">
        <p14:creationId xmlns:p14="http://schemas.microsoft.com/office/powerpoint/2010/main" val="428786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868</Words>
  <Application>Microsoft Office PowerPoint</Application>
  <DocSecurity>0</DocSecurity>
  <PresentationFormat>ワイド画面</PresentationFormat>
  <Paragraphs>150</Paragraphs>
  <Slides>10</Slides>
  <Notes>10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Noto Sans CJK JP</vt:lpstr>
      <vt:lpstr>Aptos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善福徳行</cp:lastModifiedBy>
  <cp:revision>13</cp:revision>
  <dcterms:created xsi:type="dcterms:W3CDTF">2026-09-30T23:55:24Z</dcterms:created>
  <dcterms:modified xsi:type="dcterms:W3CDTF">2026-10-01T02:28:05Z</dcterms:modified>
</cp:coreProperties>
</file>